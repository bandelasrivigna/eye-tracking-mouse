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7B49FC-BA3C-419A-AFAB-0911A3006F2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FD085C-8068-4122-BA2B-C0C1F0012480}">
      <dgm:prSet/>
      <dgm:spPr/>
      <dgm:t>
        <a:bodyPr/>
        <a:lstStyle/>
        <a:p>
          <a:r>
            <a:rPr lang="en-US"/>
            <a:t>Webcam → MediaPipe (Face &amp; Hand Landmarks) → Gesture Recognition → Actions</a:t>
          </a:r>
        </a:p>
      </dgm:t>
    </dgm:pt>
    <dgm:pt modelId="{56620139-3DA4-42DA-82E4-F669643C4CCA}" type="parTrans" cxnId="{9B277EAC-E10C-4EB8-96ED-1619716181C0}">
      <dgm:prSet/>
      <dgm:spPr/>
      <dgm:t>
        <a:bodyPr/>
        <a:lstStyle/>
        <a:p>
          <a:endParaRPr lang="en-US"/>
        </a:p>
      </dgm:t>
    </dgm:pt>
    <dgm:pt modelId="{02229A4C-20AD-40DE-B681-3147828F10BD}" type="sibTrans" cxnId="{9B277EAC-E10C-4EB8-96ED-1619716181C0}">
      <dgm:prSet/>
      <dgm:spPr/>
      <dgm:t>
        <a:bodyPr/>
        <a:lstStyle/>
        <a:p>
          <a:endParaRPr lang="en-US"/>
        </a:p>
      </dgm:t>
    </dgm:pt>
    <dgm:pt modelId="{19562391-7ECF-4386-B342-31F14B91DB89}">
      <dgm:prSet/>
      <dgm:spPr/>
      <dgm:t>
        <a:bodyPr/>
        <a:lstStyle/>
        <a:p>
          <a:r>
            <a:rPr lang="en-US"/>
            <a:t>• Two-file design: controller.py (background thread) + Eyetrack.py (GUI)</a:t>
          </a:r>
        </a:p>
      </dgm:t>
    </dgm:pt>
    <dgm:pt modelId="{95AC38B0-93E8-43DD-BD27-BB8D93C01CB6}" type="parTrans" cxnId="{B217590F-2918-4864-9A3A-E06AC9A22948}">
      <dgm:prSet/>
      <dgm:spPr/>
      <dgm:t>
        <a:bodyPr/>
        <a:lstStyle/>
        <a:p>
          <a:endParaRPr lang="en-US"/>
        </a:p>
      </dgm:t>
    </dgm:pt>
    <dgm:pt modelId="{AC33A0B5-4B5F-4890-8865-1977B0B322C7}" type="sibTrans" cxnId="{B217590F-2918-4864-9A3A-E06AC9A22948}">
      <dgm:prSet/>
      <dgm:spPr/>
      <dgm:t>
        <a:bodyPr/>
        <a:lstStyle/>
        <a:p>
          <a:endParaRPr lang="en-US"/>
        </a:p>
      </dgm:t>
    </dgm:pt>
    <dgm:pt modelId="{B77D2BB9-6664-431D-8179-447026C50A2F}">
      <dgm:prSet/>
      <dgm:spPr/>
      <dgm:t>
        <a:bodyPr/>
        <a:lstStyle/>
        <a:p>
          <a:r>
            <a:rPr lang="en-US"/>
            <a:t>• States: IDLE → STARTING (countdown) → ACTIVE</a:t>
          </a:r>
        </a:p>
      </dgm:t>
    </dgm:pt>
    <dgm:pt modelId="{01CD2E7F-6ABE-4A24-B64C-F8C630E98765}" type="parTrans" cxnId="{122CFDC1-F56A-4B8F-895A-D2CE97ACB553}">
      <dgm:prSet/>
      <dgm:spPr/>
      <dgm:t>
        <a:bodyPr/>
        <a:lstStyle/>
        <a:p>
          <a:endParaRPr lang="en-US"/>
        </a:p>
      </dgm:t>
    </dgm:pt>
    <dgm:pt modelId="{7323AD3D-6C9A-4975-B9CE-A398F4CAE54F}" type="sibTrans" cxnId="{122CFDC1-F56A-4B8F-895A-D2CE97ACB553}">
      <dgm:prSet/>
      <dgm:spPr/>
      <dgm:t>
        <a:bodyPr/>
        <a:lstStyle/>
        <a:p>
          <a:endParaRPr lang="en-US"/>
        </a:p>
      </dgm:t>
    </dgm:pt>
    <dgm:pt modelId="{BB62CEFF-6175-4C09-9197-6375D6A9AA81}">
      <dgm:prSet/>
      <dgm:spPr/>
      <dgm:t>
        <a:bodyPr/>
        <a:lstStyle/>
        <a:p>
          <a:r>
            <a:rPr lang="en-US"/>
            <a:t>• Outputs: PyAutoGUI mouse, pyttsx3 voice, Excel logging, email alerts</a:t>
          </a:r>
        </a:p>
      </dgm:t>
    </dgm:pt>
    <dgm:pt modelId="{C8CBACE7-DA90-4D1B-9911-6380A61E5812}" type="parTrans" cxnId="{90134106-286E-47BF-B636-652AC3061487}">
      <dgm:prSet/>
      <dgm:spPr/>
      <dgm:t>
        <a:bodyPr/>
        <a:lstStyle/>
        <a:p>
          <a:endParaRPr lang="en-US"/>
        </a:p>
      </dgm:t>
    </dgm:pt>
    <dgm:pt modelId="{FCB01431-1CFB-4C59-9943-7687667B09CD}" type="sibTrans" cxnId="{90134106-286E-47BF-B636-652AC3061487}">
      <dgm:prSet/>
      <dgm:spPr/>
      <dgm:t>
        <a:bodyPr/>
        <a:lstStyle/>
        <a:p>
          <a:endParaRPr lang="en-US"/>
        </a:p>
      </dgm:t>
    </dgm:pt>
    <dgm:pt modelId="{0D717CE9-886B-4F02-8BEE-1C24CB388033}" type="pres">
      <dgm:prSet presAssocID="{647B49FC-BA3C-419A-AFAB-0911A3006F26}" presName="root" presStyleCnt="0">
        <dgm:presLayoutVars>
          <dgm:dir/>
          <dgm:resizeHandles val="exact"/>
        </dgm:presLayoutVars>
      </dgm:prSet>
      <dgm:spPr/>
    </dgm:pt>
    <dgm:pt modelId="{2F742A91-0D65-4767-93D7-AB91F24E4C29}" type="pres">
      <dgm:prSet presAssocID="{BCFD085C-8068-4122-BA2B-C0C1F0012480}" presName="compNode" presStyleCnt="0"/>
      <dgm:spPr/>
    </dgm:pt>
    <dgm:pt modelId="{EA2338D0-7438-42D6-AD11-2FD6EF94ADD5}" type="pres">
      <dgm:prSet presAssocID="{BCFD085C-8068-4122-BA2B-C0C1F001248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1BE76EB6-2038-41CD-8835-74D0B1367A60}" type="pres">
      <dgm:prSet presAssocID="{BCFD085C-8068-4122-BA2B-C0C1F0012480}" presName="spaceRect" presStyleCnt="0"/>
      <dgm:spPr/>
    </dgm:pt>
    <dgm:pt modelId="{3A89A991-7F4F-488D-BAE7-4D40BE253858}" type="pres">
      <dgm:prSet presAssocID="{BCFD085C-8068-4122-BA2B-C0C1F0012480}" presName="textRect" presStyleLbl="revTx" presStyleIdx="0" presStyleCnt="4">
        <dgm:presLayoutVars>
          <dgm:chMax val="1"/>
          <dgm:chPref val="1"/>
        </dgm:presLayoutVars>
      </dgm:prSet>
      <dgm:spPr/>
    </dgm:pt>
    <dgm:pt modelId="{319DFAAC-11C6-4936-A48E-1CDF7CE94AF0}" type="pres">
      <dgm:prSet presAssocID="{02229A4C-20AD-40DE-B681-3147828F10BD}" presName="sibTrans" presStyleCnt="0"/>
      <dgm:spPr/>
    </dgm:pt>
    <dgm:pt modelId="{A33F8488-5008-41C3-94EA-2C85329D901C}" type="pres">
      <dgm:prSet presAssocID="{19562391-7ECF-4386-B342-31F14B91DB89}" presName="compNode" presStyleCnt="0"/>
      <dgm:spPr/>
    </dgm:pt>
    <dgm:pt modelId="{810837B2-0018-428A-9A8F-19016F1C0096}" type="pres">
      <dgm:prSet presAssocID="{19562391-7ECF-4386-B342-31F14B91DB8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BA22264-16B9-44BE-B1D0-6420B9C995DB}" type="pres">
      <dgm:prSet presAssocID="{19562391-7ECF-4386-B342-31F14B91DB89}" presName="spaceRect" presStyleCnt="0"/>
      <dgm:spPr/>
    </dgm:pt>
    <dgm:pt modelId="{32DB7A15-98D1-4283-84BF-A4CF8C916289}" type="pres">
      <dgm:prSet presAssocID="{19562391-7ECF-4386-B342-31F14B91DB89}" presName="textRect" presStyleLbl="revTx" presStyleIdx="1" presStyleCnt="4">
        <dgm:presLayoutVars>
          <dgm:chMax val="1"/>
          <dgm:chPref val="1"/>
        </dgm:presLayoutVars>
      </dgm:prSet>
      <dgm:spPr/>
    </dgm:pt>
    <dgm:pt modelId="{8A15C1CB-0EA6-403C-883D-4CE6F9DD59D5}" type="pres">
      <dgm:prSet presAssocID="{AC33A0B5-4B5F-4890-8865-1977B0B322C7}" presName="sibTrans" presStyleCnt="0"/>
      <dgm:spPr/>
    </dgm:pt>
    <dgm:pt modelId="{742F1279-70B8-40B0-9304-DE19228D1176}" type="pres">
      <dgm:prSet presAssocID="{B77D2BB9-6664-431D-8179-447026C50A2F}" presName="compNode" presStyleCnt="0"/>
      <dgm:spPr/>
    </dgm:pt>
    <dgm:pt modelId="{67DA322C-3A56-4383-99C8-B8C156375E63}" type="pres">
      <dgm:prSet presAssocID="{B77D2BB9-6664-431D-8179-447026C50A2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FDE8BB3A-1A5E-42D7-86D7-7256AB2D6CFE}" type="pres">
      <dgm:prSet presAssocID="{B77D2BB9-6664-431D-8179-447026C50A2F}" presName="spaceRect" presStyleCnt="0"/>
      <dgm:spPr/>
    </dgm:pt>
    <dgm:pt modelId="{365146EC-62F2-4DA8-8DBA-06B75B49ADB5}" type="pres">
      <dgm:prSet presAssocID="{B77D2BB9-6664-431D-8179-447026C50A2F}" presName="textRect" presStyleLbl="revTx" presStyleIdx="2" presStyleCnt="4">
        <dgm:presLayoutVars>
          <dgm:chMax val="1"/>
          <dgm:chPref val="1"/>
        </dgm:presLayoutVars>
      </dgm:prSet>
      <dgm:spPr/>
    </dgm:pt>
    <dgm:pt modelId="{C3E3DE84-98E4-435A-A398-4603B685B02C}" type="pres">
      <dgm:prSet presAssocID="{7323AD3D-6C9A-4975-B9CE-A398F4CAE54F}" presName="sibTrans" presStyleCnt="0"/>
      <dgm:spPr/>
    </dgm:pt>
    <dgm:pt modelId="{17D46F1A-9008-4E56-A6F3-EB3025689486}" type="pres">
      <dgm:prSet presAssocID="{BB62CEFF-6175-4C09-9197-6375D6A9AA81}" presName="compNode" presStyleCnt="0"/>
      <dgm:spPr/>
    </dgm:pt>
    <dgm:pt modelId="{EF02B8F6-D16F-4388-AB5E-67638A9F8113}" type="pres">
      <dgm:prSet presAssocID="{BB62CEFF-6175-4C09-9197-6375D6A9AA8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66B0EFBD-305D-48CC-876B-427057F32CB1}" type="pres">
      <dgm:prSet presAssocID="{BB62CEFF-6175-4C09-9197-6375D6A9AA81}" presName="spaceRect" presStyleCnt="0"/>
      <dgm:spPr/>
    </dgm:pt>
    <dgm:pt modelId="{3EA329D3-7990-401A-8510-EA5F69A20BE0}" type="pres">
      <dgm:prSet presAssocID="{BB62CEFF-6175-4C09-9197-6375D6A9AA8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FA7F800-A65B-488C-BAFD-AB0F828101B3}" type="presOf" srcId="{647B49FC-BA3C-419A-AFAB-0911A3006F26}" destId="{0D717CE9-886B-4F02-8BEE-1C24CB388033}" srcOrd="0" destOrd="0" presId="urn:microsoft.com/office/officeart/2018/2/layout/IconLabelList"/>
    <dgm:cxn modelId="{90134106-286E-47BF-B636-652AC3061487}" srcId="{647B49FC-BA3C-419A-AFAB-0911A3006F26}" destId="{BB62CEFF-6175-4C09-9197-6375D6A9AA81}" srcOrd="3" destOrd="0" parTransId="{C8CBACE7-DA90-4D1B-9911-6380A61E5812}" sibTransId="{FCB01431-1CFB-4C59-9943-7687667B09CD}"/>
    <dgm:cxn modelId="{B217590F-2918-4864-9A3A-E06AC9A22948}" srcId="{647B49FC-BA3C-419A-AFAB-0911A3006F26}" destId="{19562391-7ECF-4386-B342-31F14B91DB89}" srcOrd="1" destOrd="0" parTransId="{95AC38B0-93E8-43DD-BD27-BB8D93C01CB6}" sibTransId="{AC33A0B5-4B5F-4890-8865-1977B0B322C7}"/>
    <dgm:cxn modelId="{C9D12029-4EC9-4413-849A-090636FE6FD5}" type="presOf" srcId="{19562391-7ECF-4386-B342-31F14B91DB89}" destId="{32DB7A15-98D1-4283-84BF-A4CF8C916289}" srcOrd="0" destOrd="0" presId="urn:microsoft.com/office/officeart/2018/2/layout/IconLabelList"/>
    <dgm:cxn modelId="{9B277EAC-E10C-4EB8-96ED-1619716181C0}" srcId="{647B49FC-BA3C-419A-AFAB-0911A3006F26}" destId="{BCFD085C-8068-4122-BA2B-C0C1F0012480}" srcOrd="0" destOrd="0" parTransId="{56620139-3DA4-42DA-82E4-F669643C4CCA}" sibTransId="{02229A4C-20AD-40DE-B681-3147828F10BD}"/>
    <dgm:cxn modelId="{122CFDC1-F56A-4B8F-895A-D2CE97ACB553}" srcId="{647B49FC-BA3C-419A-AFAB-0911A3006F26}" destId="{B77D2BB9-6664-431D-8179-447026C50A2F}" srcOrd="2" destOrd="0" parTransId="{01CD2E7F-6ABE-4A24-B64C-F8C630E98765}" sibTransId="{7323AD3D-6C9A-4975-B9CE-A398F4CAE54F}"/>
    <dgm:cxn modelId="{0CCF83CC-6B7A-4994-B7F6-0841B18DB492}" type="presOf" srcId="{BCFD085C-8068-4122-BA2B-C0C1F0012480}" destId="{3A89A991-7F4F-488D-BAE7-4D40BE253858}" srcOrd="0" destOrd="0" presId="urn:microsoft.com/office/officeart/2018/2/layout/IconLabelList"/>
    <dgm:cxn modelId="{CCB46ADB-FC2E-466C-A794-3A95627842EC}" type="presOf" srcId="{B77D2BB9-6664-431D-8179-447026C50A2F}" destId="{365146EC-62F2-4DA8-8DBA-06B75B49ADB5}" srcOrd="0" destOrd="0" presId="urn:microsoft.com/office/officeart/2018/2/layout/IconLabelList"/>
    <dgm:cxn modelId="{56F6F5EF-A3FB-4F1E-ADF3-6B7C69DAD537}" type="presOf" srcId="{BB62CEFF-6175-4C09-9197-6375D6A9AA81}" destId="{3EA329D3-7990-401A-8510-EA5F69A20BE0}" srcOrd="0" destOrd="0" presId="urn:microsoft.com/office/officeart/2018/2/layout/IconLabelList"/>
    <dgm:cxn modelId="{877B93B5-4D9B-40AD-93DD-3D31F9B2827C}" type="presParOf" srcId="{0D717CE9-886B-4F02-8BEE-1C24CB388033}" destId="{2F742A91-0D65-4767-93D7-AB91F24E4C29}" srcOrd="0" destOrd="0" presId="urn:microsoft.com/office/officeart/2018/2/layout/IconLabelList"/>
    <dgm:cxn modelId="{879E9A59-1CD4-4029-950C-31EFB6945561}" type="presParOf" srcId="{2F742A91-0D65-4767-93D7-AB91F24E4C29}" destId="{EA2338D0-7438-42D6-AD11-2FD6EF94ADD5}" srcOrd="0" destOrd="0" presId="urn:microsoft.com/office/officeart/2018/2/layout/IconLabelList"/>
    <dgm:cxn modelId="{AC34D5AE-D5DF-405F-80A7-745BE1D41009}" type="presParOf" srcId="{2F742A91-0D65-4767-93D7-AB91F24E4C29}" destId="{1BE76EB6-2038-41CD-8835-74D0B1367A60}" srcOrd="1" destOrd="0" presId="urn:microsoft.com/office/officeart/2018/2/layout/IconLabelList"/>
    <dgm:cxn modelId="{45A974A6-24F1-4F51-A3D0-FF0878F815F1}" type="presParOf" srcId="{2F742A91-0D65-4767-93D7-AB91F24E4C29}" destId="{3A89A991-7F4F-488D-BAE7-4D40BE253858}" srcOrd="2" destOrd="0" presId="urn:microsoft.com/office/officeart/2018/2/layout/IconLabelList"/>
    <dgm:cxn modelId="{C2013EF2-CA69-4140-869B-F65D18B7C0B1}" type="presParOf" srcId="{0D717CE9-886B-4F02-8BEE-1C24CB388033}" destId="{319DFAAC-11C6-4936-A48E-1CDF7CE94AF0}" srcOrd="1" destOrd="0" presId="urn:microsoft.com/office/officeart/2018/2/layout/IconLabelList"/>
    <dgm:cxn modelId="{2B7CBCA1-04E5-4699-B357-B713A79C842C}" type="presParOf" srcId="{0D717CE9-886B-4F02-8BEE-1C24CB388033}" destId="{A33F8488-5008-41C3-94EA-2C85329D901C}" srcOrd="2" destOrd="0" presId="urn:microsoft.com/office/officeart/2018/2/layout/IconLabelList"/>
    <dgm:cxn modelId="{78E2D2D7-D374-4D85-B7C2-B0992894FF4A}" type="presParOf" srcId="{A33F8488-5008-41C3-94EA-2C85329D901C}" destId="{810837B2-0018-428A-9A8F-19016F1C0096}" srcOrd="0" destOrd="0" presId="urn:microsoft.com/office/officeart/2018/2/layout/IconLabelList"/>
    <dgm:cxn modelId="{0D3A5EE4-A19F-43D7-874F-C441E1970A5C}" type="presParOf" srcId="{A33F8488-5008-41C3-94EA-2C85329D901C}" destId="{9BA22264-16B9-44BE-B1D0-6420B9C995DB}" srcOrd="1" destOrd="0" presId="urn:microsoft.com/office/officeart/2018/2/layout/IconLabelList"/>
    <dgm:cxn modelId="{89B7365C-A7D9-46CC-A5DE-68D7A93B50A3}" type="presParOf" srcId="{A33F8488-5008-41C3-94EA-2C85329D901C}" destId="{32DB7A15-98D1-4283-84BF-A4CF8C916289}" srcOrd="2" destOrd="0" presId="urn:microsoft.com/office/officeart/2018/2/layout/IconLabelList"/>
    <dgm:cxn modelId="{F627B9D8-B68D-4EF2-BDFC-BAE1BE0918EE}" type="presParOf" srcId="{0D717CE9-886B-4F02-8BEE-1C24CB388033}" destId="{8A15C1CB-0EA6-403C-883D-4CE6F9DD59D5}" srcOrd="3" destOrd="0" presId="urn:microsoft.com/office/officeart/2018/2/layout/IconLabelList"/>
    <dgm:cxn modelId="{A235CF35-5E80-4334-A752-F630EB0898CE}" type="presParOf" srcId="{0D717CE9-886B-4F02-8BEE-1C24CB388033}" destId="{742F1279-70B8-40B0-9304-DE19228D1176}" srcOrd="4" destOrd="0" presId="urn:microsoft.com/office/officeart/2018/2/layout/IconLabelList"/>
    <dgm:cxn modelId="{1ED028C1-DB17-44DB-8317-97B60751CD14}" type="presParOf" srcId="{742F1279-70B8-40B0-9304-DE19228D1176}" destId="{67DA322C-3A56-4383-99C8-B8C156375E63}" srcOrd="0" destOrd="0" presId="urn:microsoft.com/office/officeart/2018/2/layout/IconLabelList"/>
    <dgm:cxn modelId="{58BB5213-C742-4653-A6CE-12E7D34C3CB1}" type="presParOf" srcId="{742F1279-70B8-40B0-9304-DE19228D1176}" destId="{FDE8BB3A-1A5E-42D7-86D7-7256AB2D6CFE}" srcOrd="1" destOrd="0" presId="urn:microsoft.com/office/officeart/2018/2/layout/IconLabelList"/>
    <dgm:cxn modelId="{AD3412C1-790F-4E4E-A6FD-D2695CD55DDD}" type="presParOf" srcId="{742F1279-70B8-40B0-9304-DE19228D1176}" destId="{365146EC-62F2-4DA8-8DBA-06B75B49ADB5}" srcOrd="2" destOrd="0" presId="urn:microsoft.com/office/officeart/2018/2/layout/IconLabelList"/>
    <dgm:cxn modelId="{13E3DA50-C496-44E5-8379-925516B6CCE4}" type="presParOf" srcId="{0D717CE9-886B-4F02-8BEE-1C24CB388033}" destId="{C3E3DE84-98E4-435A-A398-4603B685B02C}" srcOrd="5" destOrd="0" presId="urn:microsoft.com/office/officeart/2018/2/layout/IconLabelList"/>
    <dgm:cxn modelId="{1D559D76-8208-4801-A98F-5F26114F611A}" type="presParOf" srcId="{0D717CE9-886B-4F02-8BEE-1C24CB388033}" destId="{17D46F1A-9008-4E56-A6F3-EB3025689486}" srcOrd="6" destOrd="0" presId="urn:microsoft.com/office/officeart/2018/2/layout/IconLabelList"/>
    <dgm:cxn modelId="{02FF7182-CA4E-4A46-AEF1-E428E087FDF3}" type="presParOf" srcId="{17D46F1A-9008-4E56-A6F3-EB3025689486}" destId="{EF02B8F6-D16F-4388-AB5E-67638A9F8113}" srcOrd="0" destOrd="0" presId="urn:microsoft.com/office/officeart/2018/2/layout/IconLabelList"/>
    <dgm:cxn modelId="{2882D24B-1E81-430E-AB98-A41F2C358DAB}" type="presParOf" srcId="{17D46F1A-9008-4E56-A6F3-EB3025689486}" destId="{66B0EFBD-305D-48CC-876B-427057F32CB1}" srcOrd="1" destOrd="0" presId="urn:microsoft.com/office/officeart/2018/2/layout/IconLabelList"/>
    <dgm:cxn modelId="{1AB170EE-B3FE-4067-A9FD-477DFB690D08}" type="presParOf" srcId="{17D46F1A-9008-4E56-A6F3-EB3025689486}" destId="{3EA329D3-7990-401A-8510-EA5F69A20B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338D0-7438-42D6-AD11-2FD6EF94ADD5}">
      <dsp:nvSpPr>
        <dsp:cNvPr id="0" name=""/>
        <dsp:cNvSpPr/>
      </dsp:nvSpPr>
      <dsp:spPr>
        <a:xfrm>
          <a:off x="751497" y="1045360"/>
          <a:ext cx="1066640" cy="10666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9A991-7F4F-488D-BAE7-4D40BE253858}">
      <dsp:nvSpPr>
        <dsp:cNvPr id="0" name=""/>
        <dsp:cNvSpPr/>
      </dsp:nvSpPr>
      <dsp:spPr>
        <a:xfrm>
          <a:off x="99661" y="2427444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Webcam → MediaPipe (Face &amp; Hand Landmarks) → Gesture Recognition → Actions</a:t>
          </a:r>
        </a:p>
      </dsp:txBody>
      <dsp:txXfrm>
        <a:off x="99661" y="2427444"/>
        <a:ext cx="2370311" cy="720000"/>
      </dsp:txXfrm>
    </dsp:sp>
    <dsp:sp modelId="{810837B2-0018-428A-9A8F-19016F1C0096}">
      <dsp:nvSpPr>
        <dsp:cNvPr id="0" name=""/>
        <dsp:cNvSpPr/>
      </dsp:nvSpPr>
      <dsp:spPr>
        <a:xfrm>
          <a:off x="3536613" y="1045360"/>
          <a:ext cx="1066640" cy="10666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B7A15-98D1-4283-84BF-A4CF8C916289}">
      <dsp:nvSpPr>
        <dsp:cNvPr id="0" name=""/>
        <dsp:cNvSpPr/>
      </dsp:nvSpPr>
      <dsp:spPr>
        <a:xfrm>
          <a:off x="2884777" y="2427444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Two-file design: controller.py (background thread) + Eyetrack.py (GUI)</a:t>
          </a:r>
        </a:p>
      </dsp:txBody>
      <dsp:txXfrm>
        <a:off x="2884777" y="2427444"/>
        <a:ext cx="2370311" cy="720000"/>
      </dsp:txXfrm>
    </dsp:sp>
    <dsp:sp modelId="{67DA322C-3A56-4383-99C8-B8C156375E63}">
      <dsp:nvSpPr>
        <dsp:cNvPr id="0" name=""/>
        <dsp:cNvSpPr/>
      </dsp:nvSpPr>
      <dsp:spPr>
        <a:xfrm>
          <a:off x="6321729" y="1045360"/>
          <a:ext cx="1066640" cy="10666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146EC-62F2-4DA8-8DBA-06B75B49ADB5}">
      <dsp:nvSpPr>
        <dsp:cNvPr id="0" name=""/>
        <dsp:cNvSpPr/>
      </dsp:nvSpPr>
      <dsp:spPr>
        <a:xfrm>
          <a:off x="5669893" y="2427444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States: IDLE → STARTING (countdown) → ACTIVE</a:t>
          </a:r>
        </a:p>
      </dsp:txBody>
      <dsp:txXfrm>
        <a:off x="5669893" y="2427444"/>
        <a:ext cx="2370311" cy="720000"/>
      </dsp:txXfrm>
    </dsp:sp>
    <dsp:sp modelId="{EF02B8F6-D16F-4388-AB5E-67638A9F8113}">
      <dsp:nvSpPr>
        <dsp:cNvPr id="0" name=""/>
        <dsp:cNvSpPr/>
      </dsp:nvSpPr>
      <dsp:spPr>
        <a:xfrm>
          <a:off x="9106845" y="1045360"/>
          <a:ext cx="1066640" cy="10666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329D3-7990-401A-8510-EA5F69A20BE0}">
      <dsp:nvSpPr>
        <dsp:cNvPr id="0" name=""/>
        <dsp:cNvSpPr/>
      </dsp:nvSpPr>
      <dsp:spPr>
        <a:xfrm>
          <a:off x="8455009" y="2427444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Outputs: PyAutoGUI mouse, pyttsx3 voice, Excel logging, email alerts</a:t>
          </a:r>
        </a:p>
      </dsp:txBody>
      <dsp:txXfrm>
        <a:off x="8455009" y="2427444"/>
        <a:ext cx="237031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Hands‑Free Mouse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</a:defRPr>
            </a:pPr>
            <a:r>
              <a:t>Empowering People Without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404040"/>
                </a:solidFill>
              </a:defRPr>
            </a:pPr>
            <a:r>
              <a:t>Ram Chandhar Muddam, Srivigna Bandela, Naga Ashrith Vollala,</a:t>
            </a:r>
          </a:p>
          <a:p>
            <a:r>
              <a:t>Sukrutha Budda, Yashas Chandra Pendem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</a:defRPr>
            </a:pPr>
            <a:r>
              <a:t>Data Science Project –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Problem Statement &amp; Motivation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r>
              <a:rPr lang="en-US" sz="2400"/>
              <a:t>Core Problem: People with upper limb disabilities cannot use a mouse/keyboard.</a:t>
            </a:r>
          </a:p>
          <a:p>
            <a:endParaRPr lang="en-US" sz="2400"/>
          </a:p>
          <a:p>
            <a:endParaRPr lang="en-US" sz="2400"/>
          </a:p>
          <a:p>
            <a:pPr lvl="1"/>
            <a:r>
              <a:rPr lang="en-US" sz="2400"/>
              <a:t>Background: Millions face digital exclusion; existing solutions cost $500–$5000.</a:t>
            </a:r>
          </a:p>
          <a:p>
            <a:pPr lvl="1"/>
            <a:r>
              <a:rPr lang="en-US" sz="2400"/>
              <a:t>Why it matters: A low-cost webcam alternative can restore independence, communication, and the ability to call for help.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r>
              <a:rPr lang="en-US" sz="2400"/>
              <a:t>Primary: Build real-time hands-free mouse control using only a webcam.</a:t>
            </a:r>
          </a:p>
          <a:p>
            <a:pPr lvl="1"/>
            <a:r>
              <a:rPr lang="en-US" sz="2400"/>
              <a:t>Secondary:</a:t>
            </a:r>
          </a:p>
          <a:p>
            <a:pPr lvl="2"/>
            <a:r>
              <a:t>Quick action buttons (hungry, thirsty, help) with voice feedback</a:t>
            </a:r>
          </a:p>
          <a:p>
            <a:pPr lvl="2"/>
            <a:r>
              <a:t>Emergency email alert with attached usage log</a:t>
            </a:r>
          </a:p>
          <a:p>
            <a:pPr lvl="2"/>
            <a:r>
              <a:t>Log every user action (timestamp, action, details) to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r>
              <a:rPr lang="en-US" sz="2400"/>
              <a:t>1. The Challenge &amp; Our Solution</a:t>
            </a:r>
          </a:p>
          <a:p>
            <a:r>
              <a:rPr lang="en-US" sz="2400"/>
              <a:t>2. System Architecture &amp; Gestures</a:t>
            </a:r>
          </a:p>
          <a:p>
            <a:r>
              <a:rPr lang="en-US" sz="2400"/>
              <a:t>3. Gesture Detection Methods (Feature Engineering)</a:t>
            </a:r>
          </a:p>
          <a:p>
            <a:r>
              <a:rPr lang="en-US" sz="2400"/>
              <a:t>4. User Interface &amp; Quick Actions</a:t>
            </a:r>
          </a:p>
          <a:p>
            <a:r>
              <a:rPr lang="en-US" sz="2400"/>
              <a:t>5. Logging &amp; Emergency Alert</a:t>
            </a:r>
          </a:p>
          <a:p>
            <a:r>
              <a:rPr lang="en-US" sz="2400"/>
              <a:t>6. Results &amp; Performance</a:t>
            </a:r>
          </a:p>
          <a:p>
            <a:r>
              <a:rPr lang="en-US" sz="2400"/>
              <a:t>7. Impact for Disabled Users</a:t>
            </a:r>
          </a:p>
          <a:p>
            <a:r>
              <a:rPr lang="en-US" sz="2400"/>
              <a:t>8. Future Work &amp; Conclusion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E3CA78-A860-E05A-41D3-FE13E5F89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159318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Gesture Vocabulary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r>
              <a:rPr lang="en-US" sz="2400"/>
              <a:t>Mouse movement: Nose tip (laser pointer)</a:t>
            </a:r>
          </a:p>
          <a:p>
            <a:r>
              <a:rPr lang="en-US" sz="2400"/>
              <a:t>Click: Close both eyes ≥2 seconds (progress bar)</a:t>
            </a:r>
          </a:p>
          <a:p>
            <a:r>
              <a:rPr lang="en-US" sz="2400"/>
              <a:t>Start: Nod 3 times OR open hand</a:t>
            </a:r>
          </a:p>
          <a:p>
            <a:r>
              <a:rPr lang="en-US" sz="2400"/>
              <a:t>Stop: Head left→right→left OR fist</a:t>
            </a:r>
          </a:p>
          <a:p>
            <a:r>
              <a:rPr lang="en-US" sz="2400"/>
              <a:t>On-screen keyboard: Both hands fully open</a:t>
            </a:r>
          </a:p>
          <a:p>
            <a:r>
              <a:rPr lang="en-US" sz="2400"/>
              <a:t>Quick actions: Hover + blink → speak phrase 3 times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Gesture Detection Methods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r>
              <a:rPr lang="en-IN" sz="2400"/>
              <a:t>Eye Aspect Ratio (EAR) for blink detection</a:t>
            </a:r>
          </a:p>
          <a:p>
            <a:r>
              <a:rPr lang="en-IN" sz="2400"/>
              <a:t>→ EAR = (vertical distances) / (2×horizontal distance)</a:t>
            </a:r>
          </a:p>
          <a:p>
            <a:r>
              <a:rPr lang="en-IN" sz="2400"/>
              <a:t>→ Threshold = 0.20; ignore very short/long blinks</a:t>
            </a:r>
          </a:p>
          <a:p>
            <a:endParaRPr lang="en-IN" sz="2400"/>
          </a:p>
          <a:p>
            <a:r>
              <a:rPr lang="en-IN" sz="2400"/>
              <a:t>Nod detection: vertical nose movement &gt;15 px (state machine)</a:t>
            </a:r>
          </a:p>
          <a:p>
            <a:r>
              <a:rPr lang="en-IN" sz="2400"/>
              <a:t>Left-right-left: horizontal nose movement &gt;20 px</a:t>
            </a:r>
          </a:p>
          <a:p>
            <a:r>
              <a:rPr lang="en-IN" sz="2400"/>
              <a:t>Finger counting: thumb vs. pip, other fingertips vs. pips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User Interface &amp; Quick 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r>
              <a:rPr lang="en-US" sz="2400"/>
              <a:t>Full-screen GUI (1280×800) with live video (50% width)</a:t>
            </a:r>
          </a:p>
          <a:p>
            <a:r>
              <a:rPr lang="en-US" sz="2400"/>
              <a:t>Buttons: Start, Stop, Keyboard, Emergency (red), Exit</a:t>
            </a:r>
          </a:p>
          <a:p>
            <a:r>
              <a:rPr lang="en-US" sz="2400"/>
              <a:t>Sliders: Mouse smoothing, click duration</a:t>
            </a:r>
          </a:p>
          <a:p>
            <a:r>
              <a:rPr lang="en-US" sz="2400"/>
              <a:t>Quick actions: Hungry, Thirsty, Help, Emergency, Take me out, Water, Bathroom, Pain, I need attention</a:t>
            </a:r>
          </a:p>
          <a:p>
            <a:r>
              <a:rPr lang="en-US" sz="2400"/>
              <a:t>Status bar + voice feedback for every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Logging &amp; Emergency Alert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r>
              <a:rPr lang="en-IN" sz="2400"/>
              <a:t>Every action logged to trackingdetails.xlsx:</a:t>
            </a:r>
          </a:p>
          <a:p>
            <a:r>
              <a:rPr lang="en-IN" sz="2400"/>
              <a:t>→ Timestamp, Action, Details (e.g., 'Clicked: hungry via quick action')</a:t>
            </a:r>
          </a:p>
          <a:p>
            <a:endParaRPr lang="en-IN" sz="2400"/>
          </a:p>
          <a:p>
            <a:r>
              <a:rPr lang="en-IN" sz="2400"/>
              <a:t>Emergency button:</a:t>
            </a:r>
          </a:p>
          <a:p>
            <a:r>
              <a:rPr lang="en-IN" sz="2400"/>
              <a:t>→ Sends email to caregiver with subject '🚨 EMERGENCY ALERT'</a:t>
            </a:r>
          </a:p>
          <a:p>
            <a:r>
              <a:rPr lang="en-IN" sz="2400"/>
              <a:t>→ Attaches the Excel log file automatically</a:t>
            </a:r>
          </a:p>
          <a:p>
            <a:r>
              <a:rPr lang="en-IN" sz="2400"/>
              <a:t>→ Voice says 'Emergency email sent' + popup confirmation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 sz="3700">
                <a:solidFill>
                  <a:schemeClr val="bg1"/>
                </a:solidFill>
              </a:rPr>
              <a:t>Results &amp; Performance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r>
              <a:rPr lang="en-IN" sz="2400"/>
              <a:t>Test environment: Windows 11, Intel i5, 8GB RAM, webcam (30 fps)</a:t>
            </a:r>
          </a:p>
          <a:p>
            <a:r>
              <a:rPr lang="en-IN" sz="2400"/>
              <a:t>Accuracy (50 trials per gesture):</a:t>
            </a:r>
          </a:p>
          <a:p>
            <a:r>
              <a:rPr lang="en-IN" sz="2400"/>
              <a:t>• Nose mouse tracking: 100% responsiveness</a:t>
            </a:r>
          </a:p>
          <a:p>
            <a:r>
              <a:rPr lang="en-IN" sz="2400"/>
              <a:t>• Nod detection: 94% success</a:t>
            </a:r>
          </a:p>
          <a:p>
            <a:r>
              <a:rPr lang="en-IN" sz="2400"/>
              <a:t>• Eye closure click: 92% (false positives reduced)</a:t>
            </a:r>
          </a:p>
          <a:p>
            <a:r>
              <a:rPr lang="en-IN" sz="2400"/>
              <a:t>• Hand gestures: 88% (lighting dependent)</a:t>
            </a:r>
          </a:p>
          <a:p>
            <a:r>
              <a:rPr lang="en-IN" sz="2400"/>
              <a:t>• Quick action triggers: 96%</a:t>
            </a:r>
          </a:p>
          <a:p>
            <a:r>
              <a:rPr lang="en-IN" sz="2400"/>
              <a:t>Latency: &lt;100 ms from gesture to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Impact for Disabled Users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400"/>
              <a:t>For users:</a:t>
            </a:r>
          </a:p>
          <a:p>
            <a:pPr>
              <a:lnSpc>
                <a:spcPct val="90000"/>
              </a:lnSpc>
            </a:pPr>
            <a:r>
              <a:rPr lang="en-IN" sz="2400"/>
              <a:t>→ Complete hands-free computer access for under $50</a:t>
            </a:r>
          </a:p>
          <a:p>
            <a:pPr>
              <a:lnSpc>
                <a:spcPct val="90000"/>
              </a:lnSpc>
            </a:pPr>
            <a:r>
              <a:rPr lang="en-IN" sz="2400"/>
              <a:t>→ Independence: write emails, browse, call for help</a:t>
            </a:r>
          </a:p>
          <a:p>
            <a:pPr>
              <a:lnSpc>
                <a:spcPct val="90000"/>
              </a:lnSpc>
            </a:pPr>
            <a:r>
              <a:rPr lang="en-IN" sz="2400"/>
              <a:t>→ Quick action buttons reduce frustration for basic needs</a:t>
            </a:r>
          </a:p>
          <a:p>
            <a:pPr>
              <a:lnSpc>
                <a:spcPct val="90000"/>
              </a:lnSpc>
            </a:pPr>
            <a:endParaRPr lang="en-IN" sz="2400"/>
          </a:p>
          <a:p>
            <a:pPr>
              <a:lnSpc>
                <a:spcPct val="90000"/>
              </a:lnSpc>
            </a:pPr>
            <a:r>
              <a:rPr lang="en-IN" sz="2400"/>
              <a:t>For caregivers/institutions:</a:t>
            </a:r>
          </a:p>
          <a:p>
            <a:pPr>
              <a:lnSpc>
                <a:spcPct val="90000"/>
              </a:lnSpc>
            </a:pPr>
            <a:r>
              <a:rPr lang="en-IN" sz="2400"/>
              <a:t>→ Logging provides actionable data (e.g., emergency trends)</a:t>
            </a:r>
          </a:p>
          <a:p>
            <a:pPr>
              <a:lnSpc>
                <a:spcPct val="90000"/>
              </a:lnSpc>
            </a:pPr>
            <a:r>
              <a:rPr lang="en-IN" sz="2400"/>
              <a:t>→ Low maintenance, no calibration needed per user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Limitations &amp; Future 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000"/>
              <a:t>Current limitations:</a:t>
            </a:r>
          </a:p>
          <a:p>
            <a:pPr>
              <a:lnSpc>
                <a:spcPct val="90000"/>
              </a:lnSpc>
            </a:pPr>
            <a:r>
              <a:rPr lang="en-IN" sz="2000"/>
              <a:t>→ Requires decent lighting for hand detection</a:t>
            </a:r>
          </a:p>
          <a:p>
            <a:pPr>
              <a:lnSpc>
                <a:spcPct val="90000"/>
              </a:lnSpc>
            </a:pPr>
            <a:r>
              <a:rPr lang="en-IN" sz="2000"/>
              <a:t>→ Eye closure may be difficult for some users</a:t>
            </a:r>
          </a:p>
          <a:p>
            <a:pPr>
              <a:lnSpc>
                <a:spcPct val="90000"/>
              </a:lnSpc>
            </a:pPr>
            <a:r>
              <a:rPr lang="en-IN" sz="2000"/>
              <a:t>→ Gesture sensitivity needs manual tuning</a:t>
            </a:r>
          </a:p>
          <a:p>
            <a:pPr>
              <a:lnSpc>
                <a:spcPct val="90000"/>
              </a:lnSpc>
            </a:pPr>
            <a:endParaRPr lang="en-IN" sz="2000"/>
          </a:p>
          <a:p>
            <a:pPr>
              <a:lnSpc>
                <a:spcPct val="90000"/>
              </a:lnSpc>
            </a:pPr>
            <a:r>
              <a:rPr lang="en-IN" sz="2000"/>
              <a:t>Future enhancements:</a:t>
            </a:r>
          </a:p>
          <a:p>
            <a:pPr>
              <a:lnSpc>
                <a:spcPct val="90000"/>
              </a:lnSpc>
            </a:pPr>
            <a:r>
              <a:rPr lang="en-IN" sz="2000"/>
              <a:t>→ Voice commands (speech recognition)</a:t>
            </a:r>
          </a:p>
          <a:p>
            <a:pPr>
              <a:lnSpc>
                <a:spcPct val="90000"/>
              </a:lnSpc>
            </a:pPr>
            <a:r>
              <a:rPr lang="en-IN" sz="2000"/>
              <a:t>→ Eye gaze tracking for users who cannot move head</a:t>
            </a:r>
          </a:p>
          <a:p>
            <a:pPr>
              <a:lnSpc>
                <a:spcPct val="90000"/>
              </a:lnSpc>
            </a:pPr>
            <a:r>
              <a:rPr lang="en-IN" sz="2000"/>
              <a:t>→ Calibration wizard to auto-learn user's range</a:t>
            </a:r>
          </a:p>
          <a:p>
            <a:pPr>
              <a:lnSpc>
                <a:spcPct val="90000"/>
              </a:lnSpc>
            </a:pPr>
            <a:r>
              <a:rPr lang="en-IN" sz="2000"/>
              <a:t>→ Mobile app version (Android/iOS)</a:t>
            </a:r>
          </a:p>
          <a:p>
            <a:pPr>
              <a:lnSpc>
                <a:spcPct val="90000"/>
              </a:lnSpc>
            </a:pPr>
            <a:r>
              <a:rPr lang="en-IN" sz="2000"/>
              <a:t>→ Caregiver dashboard (web) for real-time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465307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549" y="637762"/>
            <a:ext cx="2897521" cy="5576770"/>
          </a:xfrm>
        </p:spPr>
        <p:txBody>
          <a:bodyPr anchor="t"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323" y="0"/>
            <a:ext cx="75374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8560" y="643465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559" y="850052"/>
            <a:ext cx="5603913" cy="53269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We built a low-cost, real-time, hands‑free mouse control system using only a standard webcam.</a:t>
            </a:r>
          </a:p>
          <a:p>
            <a:pPr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r>
              <a:rPr lang="en-US" sz="2000"/>
              <a:t>Key achievements:</a:t>
            </a:r>
          </a:p>
          <a:p>
            <a:pPr>
              <a:lnSpc>
                <a:spcPct val="90000"/>
              </a:lnSpc>
            </a:pPr>
            <a:r>
              <a:rPr lang="en-US" sz="2000"/>
              <a:t>→ 8 gesture types, 9 quick actions, emergency email with log</a:t>
            </a:r>
          </a:p>
          <a:p>
            <a:pPr>
              <a:lnSpc>
                <a:spcPct val="90000"/>
              </a:lnSpc>
            </a:pPr>
            <a:r>
              <a:rPr lang="en-US" sz="2000"/>
              <a:t>→ Voice feedback and popups for every action</a:t>
            </a:r>
          </a:p>
          <a:p>
            <a:pPr>
              <a:lnSpc>
                <a:spcPct val="90000"/>
              </a:lnSpc>
            </a:pPr>
            <a:r>
              <a:rPr lang="en-US" sz="2000"/>
              <a:t>→ Modular, maintainable code (controller, GUI, logger, email modules)</a:t>
            </a:r>
          </a:p>
          <a:p>
            <a:pPr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r>
              <a:rPr lang="en-US" sz="2000"/>
              <a:t>Next step: Deploy in a real rehabilitation center for field testing.</a:t>
            </a:r>
          </a:p>
          <a:p>
            <a:pPr>
              <a:lnSpc>
                <a:spcPct val="90000"/>
              </a:lnSpc>
            </a:pPr>
            <a:endParaRPr lang="en-US" sz="2000"/>
          </a:p>
          <a:p>
            <a:pPr>
              <a:lnSpc>
                <a:spcPct val="90000"/>
              </a:lnSpc>
            </a:pPr>
            <a:r>
              <a:rPr lang="en-US" sz="2000"/>
              <a:t>Thank you! Questions?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6D02E-E319-69AA-F1D9-F0D31F91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69" y="2767106"/>
            <a:ext cx="2880077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Output Screenshots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DBBA21-6D51-A5CC-1E6C-F56D5EFE0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1255" y="1550794"/>
            <a:ext cx="7223866" cy="37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0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808</Words>
  <Application>Microsoft Office PowerPoint</Application>
  <PresentationFormat>Custom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Problem Statement &amp; Motivation</vt:lpstr>
      <vt:lpstr>Project Objectives</vt:lpstr>
      <vt:lpstr>Agenda</vt:lpstr>
      <vt:lpstr>System Architecture</vt:lpstr>
      <vt:lpstr>Gesture Vocabulary</vt:lpstr>
      <vt:lpstr>Gesture Detection Methods</vt:lpstr>
      <vt:lpstr>User Interface &amp; Quick Actions</vt:lpstr>
      <vt:lpstr>Logging &amp; Emergency Alert</vt:lpstr>
      <vt:lpstr>Results &amp; Performance</vt:lpstr>
      <vt:lpstr>Impact for Disabled Users</vt:lpstr>
      <vt:lpstr>Limitations &amp; Future Work</vt:lpstr>
      <vt:lpstr>Conclusion</vt:lpstr>
      <vt:lpstr>Output Screenshots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 reddy</cp:lastModifiedBy>
  <cp:revision>2</cp:revision>
  <dcterms:created xsi:type="dcterms:W3CDTF">2013-01-27T09:14:16Z</dcterms:created>
  <dcterms:modified xsi:type="dcterms:W3CDTF">2026-04-29T04:03:50Z</dcterms:modified>
  <cp:category/>
</cp:coreProperties>
</file>